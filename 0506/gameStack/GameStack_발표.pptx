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4572000"/>
          </a:xfrm>
          <a:prstGeom prst="ellipse">
            <a:avLst/>
          </a:prstGeom>
          <a:solidFill>
            <a:srgbClr val="3B0D8A">
              <a:alpha val="15000"/>
            </a:srgbClr>
          </a:solidFill>
          <a:ln w="12700">
            <a:solidFill>
              <a:srgbClr val="3B0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914400"/>
            <a:ext cx="2743200" cy="292608"/>
          </a:xfrm>
          <a:prstGeom prst="rect">
            <a:avLst/>
          </a:prstGeom>
          <a:solidFill>
            <a:srgbClr val="1214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084FC"/>
                </a:solidFill>
              </a:rPr>
              <a:t>웹프로그래밍 응용  |  팀 프로젝트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100" kern="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GameStack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게이머를 위한 통합 포트폴리오 플랫폼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3611880"/>
            <a:ext cx="13258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6118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React + Vite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611880"/>
            <a:ext cx="13258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6118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Supabase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611880"/>
            <a:ext cx="13258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6118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RAWG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611880"/>
            <a:ext cx="13258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6118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Vercel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TABLE OF CONTENTS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6400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990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99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소개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114800" cy="6400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7627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76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057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분담 &amp; 협업 방식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6400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95351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소개 &amp; 파싱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4114800" cy="6400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73075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730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이벤트 처리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280160"/>
            <a:ext cx="4114800" cy="6400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13990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399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68112" y="1280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구성 &amp; Supabase 구현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057400"/>
            <a:ext cx="4114800" cy="6400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217627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176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2057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4114800" cy="6400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295351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(Live Demo)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PROJECT OVERVIEW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소개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· PlayStation · Xbox — 흩어진 플랫폼의 게임 이력을 통합 관리하고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나만의 게이머 포트폴리오를 만들어 공유하는 서비스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438912"/>
          </a:xfrm>
          <a:prstGeom prst="rect">
            <a:avLst/>
          </a:prstGeom>
          <a:solidFill>
            <a:srgbClr val="1A0D3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FC"/>
                </a:solidFill>
              </a:rPr>
              <a:t>💡  지난 학기 정적 HTML/CSS 게임 페이지 → 실제 DB + 외부 API가 연결된 풀스택 서비스로 발전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2606040" cy="22860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78608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라이브러리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· Playing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· Dropped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상태별 체계적 관리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578608"/>
            <a:ext cx="2606040" cy="22860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578608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통계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67588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장르 분포, 월별 추가 수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상태별 비율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시각화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578608"/>
            <a:ext cx="2606040" cy="22860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578608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743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26480" y="3291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검색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67588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닉네임으로 검색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프로필 공유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게이머 커뮤니티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TEAM ROLES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분담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356616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C3AED"/>
                </a:solidFill>
              </a:rPr>
              <a:t>DB · 인증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210312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926080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364992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AuthContext.jsx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03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useLibrary.js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242816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OAuth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234440"/>
            <a:ext cx="2651760" cy="356616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234440"/>
            <a:ext cx="26517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46120" y="2148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46120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855F7"/>
                </a:solidFill>
              </a:rPr>
              <a:t>API · 페이지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20440" y="2834640"/>
            <a:ext cx="210312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2926080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rawg.js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3364992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useSearch.js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3803904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803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LibraryPage.jsx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29000" y="4242816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GameDetailPage.jsx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234440"/>
            <a:ext cx="2651760" cy="356616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1234440"/>
            <a:ext cx="2651760" cy="731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80760" y="2148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80760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084FC"/>
                </a:solidFill>
              </a:rPr>
              <a:t>UI · 컴포넌트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2834640"/>
            <a:ext cx="210312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2926080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 전체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364992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ProfilePage.jsx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3803904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803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StatsPage.jsx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4242816"/>
            <a:ext cx="2286000" cy="320040"/>
          </a:xfrm>
          <a:prstGeom prst="rect">
            <a:avLst/>
          </a:prstGeom>
          <a:solidFill>
            <a:srgbClr val="0D0F20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LFGPage.jsx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COLLABORATION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방식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0" cy="10972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1755648"/>
            <a:ext cx="502920" cy="27432"/>
          </a:xfrm>
          <a:prstGeom prst="rect">
            <a:avLst/>
          </a:prstGeom>
          <a:solidFill>
            <a:srgbClr val="5F607A"/>
          </a:solidFill>
          <a:ln w="12700">
            <a:solidFill>
              <a:srgbClr val="5F6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6642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1280160"/>
            <a:ext cx="1097280" cy="10972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57400" y="2450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노션 &amp; MD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 정리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755648"/>
            <a:ext cx="502920" cy="27432"/>
          </a:xfrm>
          <a:prstGeom prst="rect">
            <a:avLst/>
          </a:prstGeom>
          <a:solidFill>
            <a:srgbClr val="5F607A"/>
          </a:solidFill>
          <a:ln w="12700">
            <a:solidFill>
              <a:srgbClr val="5F6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16642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1280160"/>
            <a:ext cx="1097280" cy="10972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49040" y="2450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1755648"/>
            <a:ext cx="502920" cy="27432"/>
          </a:xfrm>
          <a:prstGeom prst="rect">
            <a:avLst/>
          </a:prstGeom>
          <a:solidFill>
            <a:srgbClr val="5F607A"/>
          </a:solidFill>
          <a:ln w="12700">
            <a:solidFill>
              <a:srgbClr val="5F6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6642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1280160"/>
            <a:ext cx="1097280" cy="10972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2450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List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755648"/>
            <a:ext cx="502920" cy="27432"/>
          </a:xfrm>
          <a:prstGeom prst="rect">
            <a:avLst/>
          </a:prstGeom>
          <a:solidFill>
            <a:srgbClr val="5F607A"/>
          </a:solidFill>
          <a:ln w="12700">
            <a:solidFill>
              <a:srgbClr val="5F6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6642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1280160"/>
            <a:ext cx="1097280" cy="1097280"/>
          </a:xfrm>
          <a:prstGeom prst="ellipse">
            <a:avLst/>
          </a:prstGeom>
          <a:solidFill>
            <a:srgbClr val="1E10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32320" y="2450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 작업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브랜치 전략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dev  (통합 브랜치)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feat/auth  ·  feat/library  ·  feat/search  ·  feat/game-detail  ·  feat/user-search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EXTERNAL API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소개 &amp; 파싱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36118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RAWG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https://api.rawg.io/api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35661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67712"/>
            <a:ext cx="457200" cy="25603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677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6E"/>
                </a:solidFill>
              </a:rPr>
              <a:t>GET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" y="22677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/games?search={query}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검색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44952"/>
            <a:ext cx="457200" cy="25603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44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6E"/>
                </a:solidFill>
              </a:rPr>
              <a:t>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" y="30449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/games/{id}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상세 정보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66160" cy="777240"/>
          </a:xfrm>
          <a:prstGeom prst="rect">
            <a:avLst/>
          </a:prstGeom>
          <a:solidFill>
            <a:srgbClr val="0D0F20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>⏱  검색 디바운싱 — 500ms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879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9B8"/>
                </a:solidFill>
              </a:rPr>
              <a:t>타이핑 중 과도한 API 호출 방지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9B8"/>
                </a:solidFill>
              </a:rPr>
              <a:t>useSearch.js → setTimeout 적용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1234440"/>
            <a:ext cx="4297680" cy="361188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71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파싱 필드 (JSON)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828800"/>
            <a:ext cx="4023360" cy="2788920"/>
          </a:xfrm>
          <a:prstGeom prst="rect">
            <a:avLst/>
          </a:prstGeom>
          <a:solidFill>
            <a:srgbClr val="090A18"/>
          </a:solidFill>
          <a:ln w="6350">
            <a:solidFill>
              <a:srgbClr val="1E2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             // RAWG 게임 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2505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           // 게임 제목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798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background_image, // 커버 이미지 URL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genres,          // 장르 배열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metacritic,      // 메타스코어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released,        // 출시일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3968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description_raw  // 게임 설명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261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USER EVENT  1/4  —  검색 디바운싱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이벤트 처리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useSearch.js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9319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39319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디바운싱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35661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116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검색어 입력 시 즉시 API 호출하지 않고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500ms 대기 후 호출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243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타이핑 중에는 이전 타이머를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clearTimeout으로 취소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82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과호출 방지 →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부하 감소 + UX 향상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234440"/>
            <a:ext cx="43891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234440"/>
            <a:ext cx="43891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075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1627632"/>
            <a:ext cx="4206240" cy="3127248"/>
          </a:xfrm>
          <a:prstGeom prst="rect">
            <a:avLst/>
          </a:prstGeom>
          <a:solidFill>
            <a:srgbClr val="090A18"/>
          </a:solidFill>
          <a:ln w="5080">
            <a:solidFill>
              <a:srgbClr val="1E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71907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196596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(!query) {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45152" y="221284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setResults([]);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45152" y="245973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45152" y="270662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45152" y="295351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45152" y="320040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500ms 대기 후 API 호출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344728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timer = setTimeout(async () =&gt; {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45152" y="369417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setIsLoading(true);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394106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searchGames(query);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45152" y="418795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setResults(data);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45152" y="443484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setIsLoading(false);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45152" y="468172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500);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45152" y="492861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517550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타이핑 시 이전 타이머 취소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542239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clearTimeout(timer);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45152" y="566928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[query]);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USER EVENT  2/4  —  게임 추가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이벤트 처리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useLibrary.js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9319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39319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추가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35661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116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 클릭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rawg_id 기준 중복 체크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243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games 테이블에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실행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82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저장 성공 후 로컬 상태 즉시 반영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새로고침 없이 화면 업데이트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234440"/>
            <a:ext cx="43891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234440"/>
            <a:ext cx="43891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075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1627632"/>
            <a:ext cx="4206240" cy="3127248"/>
          </a:xfrm>
          <a:prstGeom prst="rect">
            <a:avLst/>
          </a:prstGeom>
          <a:solidFill>
            <a:srgbClr val="090A18"/>
          </a:solidFill>
          <a:ln w="5080">
            <a:solidFill>
              <a:srgbClr val="1E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71907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addGameToLibrary = async (game) =&gt;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196596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중복 체크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45152" y="221284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(library.some(g =&gt;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45152" y="245973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g.rawg_id === game.rawg_id)) {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45152" y="270662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alert('이미 있는 게임!');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45152" y="295351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45152" y="320040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344728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45152" y="369417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Supabase INSERT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394106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 } = await supabase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45152" y="418795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.from('games')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45152" y="443484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.insert([{ user_id, rawg_id,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45152" y="468172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title, cover, genres,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45152" y="492861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'backlog' }])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517550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.select().single();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542239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45152" y="566928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로컬 상태 즉시 반영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45152" y="591616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setLibrary(prev =&gt; [data, ...prev]);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45152" y="616305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USER EVENT  3/4  —  로그아웃 팝업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이벤트 처리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Sidebar.jsx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9319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39319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 팝업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35661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116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useState로 팝업 열림/닫힘 상태 관리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243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영역 클릭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setShowMenu 토글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82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showMenu가 true일 때만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팝업 컴포넌트 렌더링 (조건부 렌더링)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234440"/>
            <a:ext cx="43891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234440"/>
            <a:ext cx="43891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075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1627632"/>
            <a:ext cx="4206240" cy="3127248"/>
          </a:xfrm>
          <a:prstGeom prst="rect">
            <a:avLst/>
          </a:prstGeom>
          <a:solidFill>
            <a:srgbClr val="090A18"/>
          </a:solidFill>
          <a:ln w="5080">
            <a:solidFill>
              <a:srgbClr val="1E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71907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[showMenu, setShowMenu]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196596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useState(false);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45152" y="221284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45152" y="245973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클릭 시 토글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45152" y="270662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45152" y="295351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setShowMenu(v =&gt; !v)}&gt;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45152" y="320040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&lt;Avatar name={displayName} /&gt;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344728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&lt;Icon name='chevron'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45152" y="369417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style={{ transform: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394106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showMenu ? 'rotate(180deg)' : 'none'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45152" y="418795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 /&gt;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45152" y="443484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45152" y="468172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45152" y="492861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조건부 렌더링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517550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{showMenu &amp;&amp; (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542239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45152" y="566928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onClick={handleSignOut}&gt;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45152" y="591616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로그아웃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45152" y="616305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45152" y="640994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45152" y="665683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USER EVENT  4/4  —  별점 클릭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이벤트 처리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4754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StarRating.jsx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9319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39319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 클릭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35661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116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1~5 배열을 map으로 순회하며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 아이콘 렌더링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243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시 onChange(i) 콜백 실행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부모 컴포넌트의 rating 상태 업데이트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82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readOnly prop으로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가능/불가능 제어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234440"/>
            <a:ext cx="4389120" cy="365760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234440"/>
            <a:ext cx="43891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075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1627632"/>
            <a:ext cx="4206240" cy="3127248"/>
          </a:xfrm>
          <a:prstGeom prst="rect">
            <a:avLst/>
          </a:prstGeom>
          <a:solidFill>
            <a:srgbClr val="090A18"/>
          </a:solidFill>
          <a:ln w="5080">
            <a:solidFill>
              <a:srgbClr val="1E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71907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StarRating(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196596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value, onChange, readOnly = false }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45152" y="221284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45152" y="245973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45152" y="270662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45152" y="295351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{[1, 2, 3, 4, 5].map((i) =&gt; (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45152" y="320040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&lt;span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344728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key={i}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45152" y="369417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// 클릭 이벤트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394106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onClick={() =&gt;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45152" y="418795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!readOnly &amp;&amp; onChange(i)}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45152" y="443484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style={{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45152" y="468172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cursor: readOnly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45152" y="492861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? 'default' : 'pointer',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517550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클릭한 별까지 색상 적용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542239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color: i &lt;= value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45152" y="566928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? '#f59e0b'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45152" y="591616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 'rgba(255,255,255,0.15)',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45152" y="616305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}}&gt;★&lt;/span&gt;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45152" y="640994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45152" y="665683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45152" y="690372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45152" y="715060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BACKEND AS A SERVICE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502920"/>
          </a:xfrm>
          <a:prstGeom prst="rect">
            <a:avLst/>
          </a:prstGeom>
          <a:solidFill>
            <a:srgbClr val="1A0D3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없이 DB · 인증 · 권한 관리를 바로 쓸 수 있는 오픈소스 백엔드 플랫폼 (PostgreSQL 기반)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965960" cy="28346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기반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그대로 사용 가능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생성 시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REST API 생성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874520"/>
            <a:ext cx="1965960" cy="28346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874520"/>
            <a:ext cx="19659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99339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87168" y="2542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87168" y="294436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· GitHub 등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로그인 즉시 지원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토큰 · 세션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관리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08576" y="1874520"/>
            <a:ext cx="1965960" cy="28346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874520"/>
            <a:ext cx="1965960" cy="731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99339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08576" y="2542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08576" y="294436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유저별 데이터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제어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기반 보안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9984" y="1874520"/>
            <a:ext cx="1965960" cy="28346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187452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199339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29984" y="2542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SDK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9984" y="2944368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supabase-js 하나로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프론트에서 직접 DB 접근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서버 코드</a:t>
            </a:r>
            <a:endParaRPr lang="en-US" sz="11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전혀 불필요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SUPABASE IN OUR PROJECT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적용 현황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105156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구성도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600200" cy="5486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(React)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67712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55F7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1600200" cy="5486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supabase-js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33672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55F7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600200"/>
            <a:ext cx="1600200" cy="5486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73952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55F7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1600200"/>
            <a:ext cx="1600200" cy="548640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4069080" cy="242316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423160"/>
            <a:ext cx="40690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42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944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별도 서버(Node.js/Express) 개발 불필요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팀 전원이 프론트엔드에 집중 가능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822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무료 플랜으로 프로젝트 규모 충분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611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Google OAuth 한 줄로 연동 가능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423160"/>
            <a:ext cx="4114800" cy="242316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423160"/>
            <a:ext cx="41148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적용 현황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980944"/>
            <a:ext cx="822960" cy="274320"/>
          </a:xfrm>
          <a:prstGeom prst="rect">
            <a:avLst/>
          </a:prstGeom>
          <a:solidFill>
            <a:srgbClr val="1A0D3A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809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2944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로그인 / 로그아웃 / 세션 유지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419856"/>
            <a:ext cx="822960" cy="274320"/>
          </a:xfrm>
          <a:prstGeom prst="rect">
            <a:avLst/>
          </a:prstGeom>
          <a:solidFill>
            <a:srgbClr val="1A0D3A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198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닉네임 · 이메일 저장 및 수정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858768"/>
            <a:ext cx="822960" cy="274320"/>
          </a:xfrm>
          <a:prstGeom prst="rect">
            <a:avLst/>
          </a:prstGeom>
          <a:solidFill>
            <a:srgbClr val="1A0D3A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858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38221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추가 · 삭제 · 상태 변경 CRUD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297680"/>
            <a:ext cx="822960" cy="274320"/>
          </a:xfrm>
          <a:prstGeom prst="rect">
            <a:avLst/>
          </a:prstGeom>
          <a:solidFill>
            <a:srgbClr val="1A0D3A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297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42611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게임만 수정, 프로필은 전체 조회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SUPABASE SETUP  ①  —  프로젝트 초기 설정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설정 방법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1115568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86868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68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325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생성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1691640"/>
            <a:ext cx="736092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81051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755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supabase.com 접속 → 로그인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81051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755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우상단  New project  클릭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25880" y="211226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gameStack  /  Region: Asia-Pacific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11226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비밀번호 입력 → Create new project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487168"/>
            <a:ext cx="8503920" cy="1115568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87168"/>
            <a:ext cx="868680" cy="11155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87168"/>
            <a:ext cx="868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25786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&amp; URL 발급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25880" y="2944368"/>
            <a:ext cx="736092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3063240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30083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메뉴  Project Settings  클릭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3063240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0083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API Keys 탭 선택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25880" y="3364992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 public 키 복사 → VITE_SUPABASE_ANON_KEY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364992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URL 복사 → VITE_SUPABASE_URL  →  .env 저장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739896"/>
            <a:ext cx="8503920" cy="1115568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739896"/>
            <a:ext cx="868680" cy="11155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739896"/>
            <a:ext cx="868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25880" y="38313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생성 (SQL Editor)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325880" y="4197096"/>
            <a:ext cx="736092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5880" y="4315968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4261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메뉴  SQL Editor  클릭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4315968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261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query → SQL 붙여넣기 → ▶ Run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25880" y="4617720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08760" y="45628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· games · comments · ratings 순서로 실행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92040" y="4617720"/>
            <a:ext cx="118872" cy="11887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45628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Editor에서 4개 테이블 생성 확인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SUPABASE SETUP  ②  —  보안 &amp; Google OAuth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보안정책 &amp; Google OAuth 연동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69080" cy="37490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0690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RLS 보안정책 (Row Level Security)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Editor → New query → 아래 SQL 실행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48256"/>
            <a:ext cx="3886200" cy="2788920"/>
          </a:xfrm>
          <a:prstGeom prst="rect">
            <a:avLst/>
          </a:prstGeom>
          <a:solidFill>
            <a:srgbClr val="090A18"/>
          </a:solidFill>
          <a:ln w="5080">
            <a:solidFill>
              <a:srgbClr val="1E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39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RLS 활성화 (4개 테이블 전체)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32623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profiles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512771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 row level security;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699309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games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88584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 row level security;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072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25892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보안 정책 생성 (본인 데이터만)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445459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'games_select' on games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631997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select using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81853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(auth.uid() = user_id);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'games_insert' on games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419161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insert with check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4378147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(auth.uid() = user_id);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4564685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profiles · comments · ratings 동일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1234440"/>
            <a:ext cx="4297680" cy="37490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1234440"/>
            <a:ext cx="42976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Google OAuth 연동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901952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901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F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93208" y="1828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Console 접속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93208" y="2121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console.cloud.google.com → 프로젝트 선택/생성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2596896"/>
            <a:ext cx="40233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706624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93208" y="26334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및 서비스 → 사용자 인증 정보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93208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사용자 인증 정보 만들기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OAuth 클라이언트 ID 선택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3401568"/>
            <a:ext cx="40233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511296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93208" y="34381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애플리케이션 / 이름: gameStack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93208" y="3730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승인된 리디렉션 URI 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Callback URL 추가 → 만들기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7720" y="4206240"/>
            <a:ext cx="4023360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4315968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315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F"/>
                </a:solidFill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93208" y="4242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ID &amp; Secret → Supabase 등록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93208" y="453542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→ Sign In/Providers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Google → Enable → 입력 → Save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26280" y="4654296"/>
            <a:ext cx="4297680" cy="237744"/>
          </a:xfrm>
          <a:prstGeom prst="rect">
            <a:avLst/>
          </a:prstGeom>
          <a:solidFill>
            <a:srgbClr val="0D0F20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465429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Callback: https://[ref].supabase.co/auth/v1/callback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DEPLOYMENT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536192" cy="32918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15361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프로젝트 생성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79192"/>
            <a:ext cx="1261872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770632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레포 연결 → Import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01952" y="26791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7A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1261872"/>
            <a:ext cx="1536192" cy="32918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1261872"/>
            <a:ext cx="15361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26187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76272" y="19476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환경변수 등록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21992" y="2679192"/>
            <a:ext cx="1261872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2770632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VITE_SUPABASE_URL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VITE_SUPABASE_ANON_KEY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VITE_RAWG_KEY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21024" y="26791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7A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03904" y="1261872"/>
            <a:ext cx="1536192" cy="32918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3904" y="1261872"/>
            <a:ext cx="15361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126187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95344" y="19476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클릭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2679192"/>
            <a:ext cx="1261872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2770632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빌드 (vite build)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1~2분 후 배포 URL 생성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0096" y="26791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7A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22976" y="1261872"/>
            <a:ext cx="1536192" cy="32918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22976" y="1261872"/>
            <a:ext cx="15361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126187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14416" y="19476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Redirect URI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0136" y="2679192"/>
            <a:ext cx="1261872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2770632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 URL을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Console에 추가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59168" y="26791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7A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42048" y="1261872"/>
            <a:ext cx="1536192" cy="3291840"/>
          </a:xfrm>
          <a:prstGeom prst="rect">
            <a:avLst/>
          </a:prstGeom>
          <a:solidFill>
            <a:srgbClr val="1214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1261872"/>
            <a:ext cx="15361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126187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333488" y="19476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확인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79208" y="2679192"/>
            <a:ext cx="1261872" cy="1828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770632"/>
            <a:ext cx="1417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URL에서 로그인 · 라이브러리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89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검색 동작 확인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A0D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FC"/>
                </a:solidFill>
              </a:rPr>
              <a:t>⚠️  .env 파일은 .gitignore 포함 → GitHub에 없음 → 새 환경에서 반드시 직접 생성 필요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4114800"/>
          </a:xfrm>
          <a:prstGeom prst="ellipse">
            <a:avLst/>
          </a:prstGeom>
          <a:solidFill>
            <a:srgbClr val="3B0D8A">
              <a:alpha val="12000"/>
            </a:srgbClr>
          </a:solidFill>
          <a:ln w="12700">
            <a:solidFill>
              <a:srgbClr val="3B0D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0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LIVE DEMONSTRATION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🎮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0906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858768"/>
            <a:ext cx="15544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858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Google 로그인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3858768"/>
            <a:ext cx="15544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858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게임 추가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858768"/>
            <a:ext cx="15544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858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라이브러리 관리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858768"/>
            <a:ext cx="1554480" cy="292608"/>
          </a:xfrm>
          <a:prstGeom prst="rect">
            <a:avLst/>
          </a:prstGeom>
          <a:solidFill>
            <a:srgbClr val="1E103A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858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</a:rPr>
              <a:t>유저 검색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07A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GameStack</dc:title>
  <dc:subject>PptxGenJS Presentation</dc:subject>
  <dc:creator>PptxGenJS</dc:creator>
  <cp:lastModifiedBy>PptxGenJS</cp:lastModifiedBy>
  <cp:revision>1</cp:revision>
  <dcterms:created xsi:type="dcterms:W3CDTF">2026-05-10T13:20:59Z</dcterms:created>
  <dcterms:modified xsi:type="dcterms:W3CDTF">2026-05-10T13:20:59Z</dcterms:modified>
</cp:coreProperties>
</file>